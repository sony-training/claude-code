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5: Model Selection &amp; Cost" id="{20e63e55-b7d4-0964-50de-84979359738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since Module 1 has been running inside a context window and spending tokens. This module is where that becomes visible, measurable, and controllable.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direct payoff of the context-window idea from Module 1 — it's not an abstraction, it's the line item on /usage the room is about to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 to land: compact when continuing the same task with bloated history; clear when switching to something unrelated. Demo both live against the current session. The model name in the /usage example line is illustrative from the costs documentation; read the shape of the breakdown, not the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distinction: compact means I am continuing the same task but my history is bloated; clear means I am starting a different task. Run both live and note that /clear starts the next message's cost from zero. Flag the habit mistake explicitly, since people reach for /clear by reflex.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/model choice is saved as your default (press s in the picker for this session only). fable is the most capable tier and not the default on any plan; best picks fable where available, else opus; opusplan plans with Opus and executes with Sonnet. Default effort is currently medium on Opus 5.5 and Sonnet 5.5. Claude 4.7+ models use a tokenizer that yields about 30% more tokens for the same text. Tie back explicitly to the lab: classifying warning types is a low-effort, lower-cost-model task; a memory-safety review of the applet and the GStreamer element is a high-effort, stronger-model task. The rows are the rule of thumb lab 5.3 lets participants test for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/effort status first so everyone sees their current default. The effort defaults and the tokenizer difference are version-sensitive documented facts and may change; quote them as currently documented. Ultracode is an advanced effort option beyond this course's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this concrete: ask how many lines a recent CI failure log ran, then compare that to the handful of ERROR lines that actually mattered.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same subagent mechanism from Module 3, now named explicitly as a cost technique: isolating verbose output in a subagent's own context is both cleaner and cheaper. /usage's cache line reports the share of input tokens served from cache versus a miss, so participants can see the effect on their own session. The cache lifetimes are documented values and version-sensitive.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/context first and note the baseline. Then the rebuild: the Output line asks for three numbers, so the model reads the exit code and counts, not thousands of lines. The second prompt uses grep, sort and uniq so only a small table enters the context. Run /context again and compare. The documentation's figure for the same idea is reducing tens of thousands of tokens to hundreds.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prompts are chosen to be different in kind: classification is shallow and well-bounded; a memory-safety review rewards deeper reasoning. Participants should note which model and effort they picked in each case, and whether the output quality differed. Do not compare models on a task too trivial for either to differ.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Compaction preserves what the hint asks for; the CLAUDE.md hint is the standing instruction, the focus text is the one-off. After /clear the summary prompt only works because CLAUDE.md is reloaded, which closes the loop with Module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collects the course's common pitfalls and cautions for the module in one place. Ask which of these participants have already hit today. The Opus 5.5 default is a version-sensitive fact; quote it as currently documented.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Day 1 by walking the five Done when lists. Day 2 builds on the artifacts: the rot13 applet and element, the scripts, CLAUDE.md, the settings file and the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24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TRAINING  ·  MODULE 5: MODEL SELECTION &amp; COST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2331720"/>
            <a:ext cx="10424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Training  ·  Module 5: Model Selection &amp; Cost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_SLIDE">
    <p:bg>
      <p:bgPr>
        <a:solidFill>
          <a:srgbClr val="24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Training  ·  Module 5: Model Selection &amp; Cost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Selection, Token Efficiency &amp; Cost Optimisation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773936"/>
            <a:ext cx="10104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mechanics and how to control it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is in the window and what it costs with /usage and /context, then shrink it with /compact or /clear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962656"/>
            <a:ext cx="10104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model and effort for the task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dials, /model and /effort, set the rate at which a session spends tokens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4151376"/>
            <a:ext cx="10104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Budgeting tokens for large inputs and verbose work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 BusyBox build log, reuse unchanged content through caching, and delegate verbose output to subagents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— Usage Climbs in a Long Session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53896"/>
            <a:ext cx="10104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sends the whole conversation so far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 from Module 1 is the thing drawing usage on every single request, not just your newest message.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532888"/>
            <a:ext cx="10104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one-line question in an all-day session still costs the whole history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draws usage for the whole conversation, so the same question is cheap in a fresh session and costly in a long one.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66744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11880"/>
            <a:ext cx="10104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misses after a break reprocess everything, in full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makes repeated content cheaper to resend, but after a long enough gap the next message pays the full price.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745736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745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690872"/>
            <a:ext cx="10104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context wastes tokens on every message that follows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from finished, unrelated work is carried along and paid for again with each later message.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— /usage, /compact, and /clear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measure, then shrink. /usage breaks down what the session has spent (input, output, cache-read and cache-write tokens, plus a computed cost); /context shows where the window is going.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789920" cy="1453896"/>
          </a:xfrm>
          <a:prstGeom prst="roundRect">
            <a:avLst>
              <a:gd name="adj" fmla="val 5031"/>
            </a:avLst>
          </a:prstGeom>
          <a:solidFill>
            <a:srgbClr val="26232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6654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terminal command, also in the IDE panel: tokens and cost (also /cost, /stats); afresh after /clear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5915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/usage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documented example of the output; your model and figures will differ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4436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claude-sonnet-4-6: 1.2k input, 5.3k output, 940.0k cache read, 50.0k cache write ($0.55)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7A736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57016"/>
            <a:ext cx="10104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/context shows where the window goes; /insights reports on recent sessions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colored grid with suggestions for context-heavy tools and memory bloat; /insights generates an HTML report.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325112"/>
            <a:ext cx="457200" cy="457200"/>
          </a:xfrm>
          <a:prstGeom prst="ellipse">
            <a:avLst/>
          </a:prstGeom>
          <a:solidFill>
            <a:srgbClr val="7A736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270248"/>
            <a:ext cx="10104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status line can show context-window usage continuously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signal without typing a command; in an IDE panel, the prompt box has a context indicator showing window use.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38344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983480"/>
            <a:ext cx="10104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the /usage cost is an estimate, not an invoice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computed locally at list price unless an organization has configured contracted rates.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Compact or Clear: Picking the Right Reset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commands shrink the context, but for different situations: ask whether the task is continuing or changing. /compact works in the terminal and the IDE panel; /clear is a terminal command.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34940" cy="1783080"/>
          </a:xfrm>
          <a:prstGeom prst="roundRect">
            <a:avLst>
              <a:gd name="adj" fmla="val 5128"/>
            </a:avLst>
          </a:prstGeom>
          <a:solidFill>
            <a:srgbClr val="F3EFE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029968"/>
            <a:ext cx="477774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/compact [instructions]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4F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TASK, LESS HISTORY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the conversation to free space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focus text says what to preserve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free: it must read what it summarizes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03620" y="1828800"/>
            <a:ext cx="5234940" cy="1783080"/>
          </a:xfrm>
          <a:prstGeom prst="roundRect">
            <a:avLst>
              <a:gd name="adj" fmla="val 5128"/>
            </a:avLst>
          </a:prstGeom>
          <a:solidFill>
            <a:srgbClr val="F3EFE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332220" y="2029968"/>
            <a:ext cx="477774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/clear [name]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TASK, ZERO COST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 new conversation with empty context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name labels the old one for /resume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summarization step, so nothing to pay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7A736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785616"/>
            <a:ext cx="10104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long session on the rot13 applet, warnings still open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/compact focus on: rot13 design decisions and open warnings; for genuinely unrelated work, /clear instead.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645152"/>
            <a:ext cx="457200" cy="457200"/>
          </a:xfrm>
          <a:prstGeom prst="ellipse">
            <a:avLst/>
          </a:prstGeom>
          <a:solidFill>
            <a:srgbClr val="7A736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590288"/>
            <a:ext cx="10104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(the course's own teaching aid): the context window is a buffer you pay for on every request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/compact is compaction of that buffer; /clear releases it entirely. Not official documentation.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49824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5449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394960"/>
            <a:ext cx="10104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/clear by habit when you meant /compact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of the rot13 changes is lost; recoverable via /resume, but a real-world mistake.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Model for the Task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 trades cost against reasoning depth. Match it to how hard the task really is, rather than defaulting to the most capable option every time.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011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LOWER COST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011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REASONING, HIGHER COST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2423160"/>
            <a:ext cx="10058400" cy="0"/>
          </a:xfrm>
          <a:prstGeom prst="line">
            <a:avLst/>
          </a:prstGeom>
          <a:noFill/>
          <a:ln w="19050">
            <a:solidFill>
              <a:srgbClr val="7A736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32104" y="2340864"/>
            <a:ext cx="164592" cy="164592"/>
          </a:xfrm>
          <a:prstGeom prst="ellipse">
            <a:avLst/>
          </a:prstGeom>
          <a:solidFill>
            <a:srgbClr val="C15F3C"/>
          </a:solidFill>
          <a:ln w="22225">
            <a:solidFill>
              <a:srgbClr val="C15F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-91440" y="258775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fix, simple edit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84904" y="2340864"/>
            <a:ext cx="164592" cy="16459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C15F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61360" y="258775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refactor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37704" y="2340864"/>
            <a:ext cx="164592" cy="16459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C15F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14160" y="258775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cross-file analysis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762488" y="2340864"/>
            <a:ext cx="164592" cy="164592"/>
          </a:xfrm>
          <a:prstGeom prst="ellipse">
            <a:avLst/>
          </a:prstGeom>
          <a:solidFill>
            <a:srgbClr val="C15F3C"/>
          </a:solidFill>
          <a:ln w="22225">
            <a:solidFill>
              <a:srgbClr val="C15F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38944" y="258775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problems; not the default on any plan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511296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gcc warnings: smaller model, low effort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5.3: ignore, fix, or investigate, one line per warning type in build.log.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242816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refactor: mid-tier model, medium effort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work where neither the cheapest nor the strongest option is needed.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457200" cy="457200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974336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Memory-safety review: larger model, high effort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5.3: rot13 and rot13filter for undefined behaviour; also an unfamiliar legacy module (Module 3) or an intermittent failure (Module 4).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the Dials: /model and /effort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and effort are two independent dials. /model picks which model does the work; /effort sets how much reasoning it applies to each request.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789920" cy="2231136"/>
          </a:xfrm>
          <a:prstGeom prst="roundRect">
            <a:avLst>
              <a:gd name="adj" fmla="val 3279"/>
            </a:avLst>
          </a:prstGeom>
          <a:solidFill>
            <a:srgbClr val="26232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56816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aliases: haiku, sonnet, opus, fable, best, opusplan, or a full model name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terminal /model (or Alt+P / Option+P); IDE panel: model picker. Saved as your default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23744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 opusplan      # best = fable where offered, else opus; opusplan = Opus plans, Sonnet executes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07208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picker: press s for this session only; --model (one launch), ANTHROPIC_MODEL (environment)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90672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 sonnet[1m]    # sonnet[1m] and opus[1m] request the 1M-token context variants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74136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/effort low          # terminal; levels low to max: low = fast sketches, max = hard or security-sensitive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57600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/effort status       # prints the current setting; /effort auto resets to the model's default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79392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224528"/>
            <a:ext cx="10104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on most plans the default is currently Opus 5.5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never touch /model you are already on a high-capability model, so a deliberate choice for simple tasks saves money.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965192"/>
            <a:ext cx="457200" cy="457200"/>
          </a:xfrm>
          <a:prstGeom prst="ellipse">
            <a:avLst/>
          </a:prstGeom>
          <a:solidFill>
            <a:srgbClr val="7A736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910328"/>
            <a:ext cx="10104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effort depends on the model: medium on Opus 5.5 and Sonnet 5.5, xhigh on Opus 4.7, high otherwise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defaults are version-sensitive; check /effort status.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650992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650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596128"/>
            <a:ext cx="10104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Claude 4.7 and later models, including Fable, produce roughly 30% more tokens for the same text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prompts can cost more on newer models, before effort is considered.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— Expensive Inputs, Wasted Tokens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53896"/>
            <a:ext cx="10104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10,000-line build log can cost tens of thousands of tokens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 the full BusyBox native build output, read into the session whole.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532888"/>
            <a:ext cx="10104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it is irrelevant to the actual question being asked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is usually a handful of ERROR lines; the rest is comparatively little payoff for a large share of the tokens.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66744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11880"/>
            <a:ext cx="10104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Re-sending unchanged content on every request adds up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prompt, tool definitions and anything unchanged ride along with each request.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745736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745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690872"/>
            <a:ext cx="10104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 operations can swamp the main conversation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 test suite, fetching documentation or processing a large log fills the window with output.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— Filter, Cache, and Delegate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levers cut what a task spends, whichever model does the work: filter the input, reuse what has not changed, and keep verbose output out of the main conversation.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3EFE8"/>
          </a:solidFill>
          <a:ln w="12700">
            <a:solidFill>
              <a:srgbClr val="7A736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30352" y="1965960"/>
            <a:ext cx="3191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filters input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PreToolUse hook greps a log down to just the errors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794760" y="2423160"/>
            <a:ext cx="411480" cy="0"/>
          </a:xfrm>
          <a:prstGeom prst="line">
            <a:avLst/>
          </a:prstGeom>
          <a:noFill/>
          <a:ln w="22225">
            <a:solidFill>
              <a:srgbClr val="7A736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206240" y="187452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4F6F64"/>
          </a:solidFill>
          <a:ln w="12700">
            <a:solidFill>
              <a:srgbClr val="7A736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279392" y="1965960"/>
            <a:ext cx="3191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reuses the unchanged part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prompt, tool definitions, unchanged content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543800" y="2423160"/>
            <a:ext cx="411480" cy="0"/>
          </a:xfrm>
          <a:prstGeom prst="line">
            <a:avLst/>
          </a:prstGeom>
          <a:noFill/>
          <a:ln w="22225">
            <a:solidFill>
              <a:srgbClr val="7A736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955280" y="187452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C15F3C"/>
          </a:solidFill>
          <a:ln w="12700">
            <a:solidFill>
              <a:srgbClr val="7A736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28432" y="1965960"/>
            <a:ext cx="3191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isolates verbose work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stays in its own context; only a summary returns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7A736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191256"/>
            <a:ext cx="10104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lasts an hour on a subscription, five minutes on API keys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minutes also applies to a cloud provider or usage credits; after a longer break the next message is a miss, so do not idle a session across unrelated tasks.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7A736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059936"/>
            <a:ext cx="10104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(the course's own teaching aid): a cache hit versus a cache miss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 content resent within the lifetime is a hit and cheap; after a longer gap it is a miss and the whole conversation is reprocessed.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rgbClr val="7A736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928616"/>
            <a:ext cx="10104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at the source: CLI over MCP where one exists; CLAUDE.md under about 200 lines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definitions occupy context (deferred by default); the docs put average usage at about $13 per developer per active day.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5.1 and 5.2: Measure, Then Filter a Build Log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 Measure the context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789920" cy="420624"/>
          </a:xfrm>
          <a:prstGeom prst="roundRect">
            <a:avLst>
              <a:gd name="adj" fmla="val 17391"/>
            </a:avLst>
          </a:prstGeom>
          <a:solidFill>
            <a:srgbClr val="26232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81912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/context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 Rebuild without letting the log into the conversation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10789920" cy="2093976"/>
          </a:xfrm>
          <a:prstGeom prst="roundRect">
            <a:avLst>
              <a:gd name="adj" fmla="val 3493"/>
            </a:avLst>
          </a:prstGeom>
          <a:solidFill>
            <a:srgbClr val="26232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63347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Rebuild natively and save the output.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0779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Constraints: run `make clean`, then the native build with output to build.log; do not print the log.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8211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exit code, warning count, error count only.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5643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3075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Group the gcc warnings in build.log by -W flag with counts.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00507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Constraints: use grep, sort, uniq; do not read the whole file.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7939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table of flag, count.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745736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text already in the conversation is carried by every later request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afterwards helps far less than never letting the raw log in; redirect to a file and ask for counts.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532120"/>
            <a:ext cx="457200" cy="457200"/>
          </a:xfrm>
          <a:prstGeom prst="ellipse">
            <a:avLst/>
          </a:prstGeom>
          <a:solidFill>
            <a:srgbClr val="7A736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477256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a PreToolUse hook can filter automatically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hook mechanism as Module 2, applied to cost; the lab uses prompts so no extra setup is needed.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5.3: Right-Size Model and Effort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model, low effort: a classification task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789920" cy="1307592"/>
          </a:xfrm>
          <a:prstGeom prst="roundRect">
            <a:avLst>
              <a:gd name="adj" fmla="val 5594"/>
            </a:avLst>
          </a:prstGeom>
          <a:solidFill>
            <a:srgbClr val="26232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        # pick a smaller model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83664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/effort low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67128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Classify each warning type in build.log as ignore, fix or investigate.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50592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one line per type.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546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model, high effort: a review task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10789920" cy="1874520"/>
          </a:xfrm>
          <a:prstGeom prst="roundRect">
            <a:avLst>
              <a:gd name="adj" fmla="val 3902"/>
            </a:avLst>
          </a:prstGeom>
          <a:solidFill>
            <a:srgbClr val="26232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3566160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        # pick a larger model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849624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/effort high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133088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Review rot13 (BusyBox applet) and the rot13filter element for memory safety and undefined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416552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behaviour.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700016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Constraints: report only findings with a concrete failing input.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983480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ranked list with file and line.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577840"/>
            <a:ext cx="457200" cy="457200"/>
          </a:xfrm>
          <a:prstGeom prst="ellipse">
            <a:avLst/>
          </a:prstGeom>
          <a:solidFill>
            <a:srgbClr val="7A736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522976"/>
            <a:ext cx="10104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/usage before and after each step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classification costs little on the smaller model; the review earns its higher cost only if it finds a real failing input.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5.4 and 5.5: Compact, Clear, and Check the Cost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 Add a compaction hint to CLAUDE.md (if not present), then compact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789920" cy="1819656"/>
          </a:xfrm>
          <a:prstGeom prst="roundRect">
            <a:avLst>
              <a:gd name="adj" fmla="val 4020"/>
            </a:avLst>
          </a:prstGeom>
          <a:solidFill>
            <a:srgbClr val="26232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CLAUDE.md, under Compaction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compacting, preserve the list of modified files and the test command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/compact focus on: rot13 design decisions and open warnings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/context      # compare with the reading before /compact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718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Summarize the build and test rules from CLAUDE.md. Output: 3 lines.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5661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 Cost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0789920" cy="420624"/>
          </a:xfrm>
          <a:prstGeom prst="roundRect">
            <a:avLst>
              <a:gd name="adj" fmla="val 17391"/>
            </a:avLst>
          </a:prstGeom>
          <a:solidFill>
            <a:srgbClr val="26232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3959352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7A736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608576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3-line summary after /clear proves CLAUDE.md reloads in a fresh conversation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point of the file: rules that survive a reset, unlike conversation history.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394960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340096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/usage cost is an estimate, not an invoice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locally at list price unless an organization has configured contracted rates.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Pitfalls — Cost and Model Choice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that make the numbers misleading or the bill higher than it needs to be.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82496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two models on a task too trivial for either to differ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is unconvincing; pick a task with some genuine ambiguity, not Module 2's simplest example.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14016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the /usage cost as an invoice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locally computed estimate at list price unless contracted rates are configured.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145536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/clear by habit when you meant /compact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lose the conversation's memory of recent changes; recoverable via /resume.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877056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/compact is free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to read the conversation it summarizes, so compacting a very large context is itself a non-trivial request.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608576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a session sit idle across unrelated tasks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message after a long gap pays the full re-processing cost of the whole conversation, cache or no cache.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394960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5340096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touching /model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is currently Opus 5.5 on most plans, so simple tasks run on a high-capability model.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5: Done When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is a check you can show. This is also the end of Day 1.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4F6F6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61288" y="1636776"/>
            <a:ext cx="10177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/context before and after /compact shows the drop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4F6F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2459736"/>
            <a:ext cx="10177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warning classification ran on the smaller model and effort; the review on the larger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4F6F6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61288" y="3282696"/>
            <a:ext cx="10177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/usage shows the session cost, understood as an estimate rather than an invoice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ude Code Training">
  <a:themeElements>
    <a:clrScheme name="Claude Code Training">
      <a:dk1>
        <a:srgbClr val="262320"/>
      </a:dk1>
      <a:lt1>
        <a:srgbClr val="FFFFFF"/>
      </a:lt1>
      <a:dk2>
        <a:srgbClr val="241F1B"/>
      </a:dk2>
      <a:lt2>
        <a:srgbClr val="F3EFE8"/>
      </a:lt2>
      <a:accent1>
        <a:srgbClr val="C15F3C"/>
      </a:accent1>
      <a:accent2>
        <a:srgbClr val="4F6F64"/>
      </a:accent2>
      <a:accent3>
        <a:srgbClr val="8A6D3F"/>
      </a:accent3>
      <a:accent4>
        <a:srgbClr val="7A736A"/>
      </a:accent4>
      <a:accent5>
        <a:srgbClr val="3D5A80"/>
      </a:accent5>
      <a:accent6>
        <a:srgbClr val="8E3B2E"/>
      </a:accent6>
      <a:hlink>
        <a:srgbClr val="C15F3C"/>
      </a:hlink>
      <a:folHlink>
        <a:srgbClr val="8A6D3F"/>
      </a:folHlink>
    </a:clrScheme>
    <a:fontScheme name="Claude Code Training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Claude Code Training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for System Software and Embedded Engineering - Day 1 - Module 5: Model Selection &amp; Cost</dc:title>
  <dc:subject>PptxGenJS Presentation</dc:subject>
  <dc:creator>Claude Code Training</dc:creator>
  <cp:lastModifiedBy>Claude Code Training</cp:lastModifiedBy>
  <cp:revision>1</cp:revision>
  <dcterms:created xsi:type="dcterms:W3CDTF">2026-10-07T00:11:08Z</dcterms:created>
  <dcterms:modified xsi:type="dcterms:W3CDTF">2026-10-07T00:11:08Z</dcterms:modified>
</cp:coreProperties>
</file>