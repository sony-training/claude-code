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3: Legacy &amp; Large Codebases" id="{048602b2-7a82-e1e2-774e-aedbfde8fa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so far used code we wrote ourselves. This module applies the same loop to code nobody in the room wrote: BusyBox's shared library libbb/ and the much larger GStreamer tree. The GStreamer qtdemux element is also the subject of the Day 2 security lab, so this is the first look at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broad-first question is not politeness: answering it forces Claude to read widely, which informs every narrower question that follows. The three prompts on the slide are the lab 3.1 prompts, shortened.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two prompts live on libbb/: the concrete one returns fewer, more relevant files and names helpers such as bb_copyfd_eof. On Linux the search you see in the transcript is grep or find run through Bash, which is why vague terms give more false leads in a big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all three in one session, in order. After the third, ask the room whether it would have been as good as a first question. The specific prompt names a real function and file, so Claude has a concrete target and the quoted lines make the answer checkable.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 here has broken something two modules away from the line they actually changed? This is why blast-radius analysis is a named step, not an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keyword in the prompt is use a subagent. The prompt also says read-only and asks for a table, so the summary that comes back is structured and checkable.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subagent report come back before anyone proposes an edit, and ask the room whether the change is as contained as it first looked. Verify a couple of rows of the table by hand with grep so participants trust, but check, the summary. If a caller has no test, say so out loud before changing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GStreamer is far larger than anything a single context window can hold, so the subagent plus read-only pattern is the only workable approach. The expected answer finds the qtdemux element registration (the plugin init and element registration code) and the sbgp parsing function in qtdemux.c; the lab guide does not name them in advance because finding them is the exercise. On the toolchain prompt, BusyBox's top-level Makefile derives CC from CROSS_COMPILE.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monorepo practice from Module 1 on a small scale: libbb/ stands in for a shared package inside a larger repository. Rules in a package file are specific and checkable; everything for the whole repo stays in the root CLAUDE.md. Managed CLAUDE.md files cannot be excluded this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standards from Module 1 (no strcpy, strcat, sprintf, gets) make this a natural example: first a read-only inventory, then a fix bounded to one file. If the inventory returns no hits in coreutils/, widen the directory or pick the next unsafe call from your CLAUDE.md. A pattern-based fix across many files is where a wrong generalization does the most damage at once, so review file by file. For repository-wide changes, mention /batch. The review-gate analogy is the course's own lens, not official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debrief for the lab: ask which of the three each participant hit. Tie the last row forward to Module 5, where specific requests get a token-cost justification.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 against this list before Module 4. The qtdemux function names found here are used again in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24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TRAINING  ·  MODULE 3: LEGACY &amp; LARGE CODEBASES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331720"/>
            <a:ext cx="10424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Training  ·  Module 3: Legacy &amp; Large Codebases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_SLIDE">
    <p:bg>
      <p:bgPr>
        <a:solidFill>
          <a:srgbClr val="241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Training  ·  Module 3: Legacy &amp; Large Codebases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Legacy &amp; Large Codebases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82496"/>
            <a:ext cx="10104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unfamiliar code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BusyBox libbb/: go broad first, then narrow, using the project's own vocabulary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88336"/>
            <a:ext cx="10104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modifying code you did not write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callers and tests with a subagent before changing a shared helper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94176"/>
            <a:ext cx="10104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much larger codebase: GStreamer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qtdemux is registered and where sample-group boxes are parsed, without reading it all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700016"/>
            <a:ext cx="10104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CLAUDE.md and repetitive fixes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apply only to shared helpers; scoped changes across many files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Navigating an Unfamiliar or Legacy Codebase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documented recipe for joining an unfamiliar project is to start broad and narrow down. A broad question makes Claude read widely, so every later question starts from an informed base instead of a cold read of one file.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3EFE8"/>
          </a:solidFill>
          <a:ln w="12700">
            <a:solidFill>
              <a:srgbClr val="7A73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201168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an overview of libbb/: what it provides to applets”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840480" y="2514600"/>
            <a:ext cx="457200" cy="0"/>
          </a:xfrm>
          <a:prstGeom prst="line">
            <a:avLst/>
          </a:prstGeom>
          <a:noFill/>
          <a:ln w="22225">
            <a:solidFill>
              <a:srgbClr val="7A73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97680" y="19202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4F6F64"/>
          </a:solidFill>
          <a:ln w="12700">
            <a:solidFill>
              <a:srgbClr val="7A73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70832" y="201168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files that copy data between file descriptors and explain each helper”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89520" y="2514600"/>
            <a:ext cx="457200" cy="0"/>
          </a:xfrm>
          <a:prstGeom prst="line">
            <a:avLst/>
          </a:prstGeom>
          <a:noFill/>
          <a:ln w="22225">
            <a:solidFill>
              <a:srgbClr val="7A736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46720" y="19202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C15F3C"/>
          </a:solidFill>
          <a:ln w="12700">
            <a:solidFill>
              <a:srgbClr val="7A73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19872" y="201168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how bb_copyfd_eof handles read errors and write errors”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328416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broad first: the repo's shape lands in context as a side effect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structure, major modules and naming conventions come along with the first answer, so narrower questions are not cold reads.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197096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intelligence plugin gives precise "go to definition" and "find references"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installing before a large unfamiliar repo, because grep-style search gives more false leads as code grows.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065776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skipping the overview and asking a narrow question first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tend to be locally correct but miss how the piece fits the whole; worth demonstrating once as a contrast.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Specific Code with Your Domain Language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code rather than understand structure, say concretely what you are looking for, in the project's own vocabulary. Only then ask how the pieces you found interact.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34940" cy="1645920"/>
          </a:xfrm>
          <a:prstGeom prst="roundRect">
            <a:avLst>
              <a:gd name="adj" fmla="val 5556"/>
            </a:avLst>
          </a:prstGeom>
          <a:solidFill>
            <a:srgbClr val="F3EFE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121408"/>
            <a:ext cx="47777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code that copies data”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8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terms match too much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false leads as the codebase grows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03620" y="1920240"/>
            <a:ext cx="5234940" cy="1645920"/>
          </a:xfrm>
          <a:prstGeom prst="roundRect">
            <a:avLst>
              <a:gd name="adj" fmla="val 5556"/>
            </a:avLst>
          </a:prstGeom>
          <a:solidFill>
            <a:srgbClr val="F3EFE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32220" y="2121408"/>
            <a:ext cx="47777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files that copy data between file descriptors and explain each helper”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4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mechanism in the project's own words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search something concrete to match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78561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ask how the found pieces interact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that ask Claude to trace execution flow end to end.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1713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Linux, search shows up in the transcript as Bash calls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a Bash call running grep -rn or find; the dedicated Grep and Glob tools are not in the default tool set there.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▵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24865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code well enough to describe it is a lower bar than changing it safely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what the next slides are about.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3.1: Broad, Narrower, Specific on libbb/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789920" cy="3008376"/>
          </a:xfrm>
          <a:prstGeom prst="roundRect">
            <a:avLst>
              <a:gd name="adj" fmla="val 2432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broad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9344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Give me an overview of libbb/: what it provides to applets.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92808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read-only. Output: grouped list, one line per group.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76272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narrower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59736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Find the files that copy data between file descriptors and explain each helper.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43200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read-only; cite file and function names.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26664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specific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10128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Explain how bb_copyfd_eof handles read errors and write errors.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593592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libbb/copyfd.c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77056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quote the lines that decide the return value.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70001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answer 3 against libbb/copyfd.c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quoted line must exist in the file; this is the quote-the-lines keyword doing its job.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457200" cy="457200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43153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how answer 3 reads after answers 1 and 2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passes put libbb's shape in context, so the specific question starts from an informed base.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Breaking Code You Don't Understand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53896"/>
            <a:ext cx="10104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code hides callers and assumptions you cannot see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applets may rely on the exact return value of the helper you are about to edit, and nothing at the edit site says so.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32888"/>
            <a:ext cx="10104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"small" change can have a large blast radius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is how many callers, assumptions and tests a change can reach; one line in libbb/ can break applets in other directories.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66744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11880"/>
            <a:ext cx="10104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every candidate file yourself floods your own context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what you read turns out to be irrelevant, yet it still fills the context window that later steps reason over.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745736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690872"/>
            <a:ext cx="10104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for "this is probably fine" is least reliable here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unfamiliar codebase is exactly where your sense of what is safe has the least to go 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Subagent-Mapped, Incremental Change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reading to a subagent, which works in its own separate context window and reports back a summary. Then change only what the findings show is safe, in small steps.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34940" cy="1737360"/>
          </a:xfrm>
          <a:prstGeom prst="roundRect">
            <a:avLst>
              <a:gd name="adj" fmla="val 5263"/>
            </a:avLst>
          </a:prstGeom>
          <a:solidFill>
            <a:srgbClr val="F3EFE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75688"/>
            <a:ext cx="47777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conversation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4F6F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CLEAN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see the summary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not flooded with file reads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03620" y="1874520"/>
            <a:ext cx="5234940" cy="1737360"/>
          </a:xfrm>
          <a:prstGeom prst="roundRect">
            <a:avLst>
              <a:gd name="adj" fmla="val 5263"/>
            </a:avLst>
          </a:prstGeom>
          <a:solidFill>
            <a:srgbClr val="F3EFE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32220" y="2075688"/>
            <a:ext cx="47777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subagent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READING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Built-in, fast, read-only codebase search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edit tools are withheld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every caller, assumption, covering test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▵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785616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small, testable increments; verify against existing tests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existing tests after each step; code with no covering test is itself a finding to flag, not something to accept silently.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◫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654296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(the course's own teaching analogy): Explore is the read-only investigation before the change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Plan Mode's design doc sent before anyone touches the branch: you learn the blast radius first, with nothing edited.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Blast Radius of bb_copyfd_eof (Lab 3.2)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changing the error return of a shared helper, ask a subagent who depends on it. Then ask the what-if question against its table, still without editing.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789920" cy="2212848"/>
          </a:xfrm>
          <a:prstGeom prst="roundRect">
            <a:avLst>
              <a:gd name="adj" fmla="val 3306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93392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map first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76856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Find every caller of bb_copyfd_eof and every test that covers it.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use a subagent; read-only.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43784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table of caller, file, assumption about the return value; list callers with no covering test.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27248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then the what-if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10712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If bb_copyfd_eof changed its error return value, which callers would break?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94176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do not edit. Base the answer on the table above.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197096"/>
            <a:ext cx="10104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back: callers, assumptions, covering tests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table, not every file the subagent opened, so the main conversation stays clean.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965192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910328"/>
            <a:ext cx="10104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a caller with no covering test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absence is a finding; flag it rather than silently accepting it. Verification is part of the change.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678424"/>
            <a:ext cx="457200" cy="457200"/>
          </a:xfrm>
          <a:prstGeom prst="ellipse">
            <a:avLst/>
          </a:prstGeom>
          <a:solidFill>
            <a:srgbClr val="8E3B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678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623560"/>
            <a:ext cx="10104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a vague question gets a vague report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"investigate libbb" is weaker than the prompt above, which names the function, the output table, and the assumption to extract.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3.3 and 3.4: A Large Codebase and the Toolchain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GStreamer qtdemux: start with  claude --add-dir ~/work/gstreamer  to grant access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0789920" cy="1307592"/>
          </a:xfrm>
          <a:prstGeom prst="roundRect">
            <a:avLst>
              <a:gd name="adj" fmla="val 5594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Explain how the qtdemux element is registered and where sample-group (sbgp) boxes are parsed.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11096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~/work/gstreamer/subprojects/gst-plugins-good (added with --add-dir)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use a subagent; read-only; name files and functions.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78024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file, function, one-line role.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375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Toolchain: where does the build choose its compiler?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85032"/>
            <a:ext cx="10789920" cy="740664"/>
          </a:xfrm>
          <a:prstGeom prst="roundRect">
            <a:avLst>
              <a:gd name="adj" fmla="val 9877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776472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Show where this build chooses its compiler and how CROSS_COMPILE takes effect.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59936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read-only; quote the relevant Makefile lines.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70001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--add-dir grants file access only; the subagent keeps the huge tree out of your context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element, qtdemux, that Day 2's vulnerability lab patches; note the function names you find.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43153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3.4 is checkable: the quoted Makefile lines must exist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CROSS_COMPILE you set in Module 2's build script.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3.5: A Layered CLAUDE.md for Shared Helpers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789920" cy="1024128"/>
          </a:xfrm>
          <a:prstGeom prst="roundRect">
            <a:avLst>
              <a:gd name="adj" fmla="val 7143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Create libbb/CLAUDE.md with 4 rules that apply only to shared helpers.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9344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Constraints: concrete and checkable, for example "List all callers before changing a libbb function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92808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signature".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505456"/>
            <a:ext cx="10177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Claude from libbb/, run /context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files lists libbb/CLAUDE.md and every ancestor's CLAUDE.md, loaded at launch.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73552"/>
            <a:ext cx="384048" cy="384048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" y="3218688"/>
            <a:ext cx="10177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repo root, run /context, compare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libbb/CLAUDE.md is not listed yet; it loads on demand when Claude reads a file under libbb/.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384048" cy="384048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3931920"/>
            <a:ext cx="10177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it, restart, confirm it no longer loads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setting below to .claude/settings.local.json.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0789920" cy="795528"/>
          </a:xfrm>
          <a:prstGeom prst="roundRect">
            <a:avLst>
              <a:gd name="adj" fmla="val 9195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9834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.claude/settings.local.json (not committed)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9437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"claudeMdExcludes": ["**/libbb/CLAUDE.md"] }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Repetitive Fixes Across Files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style inconsistency or an unsafe call usually recurs dozens of times. The same prompt recipes scale from one file to every matching file when the request states its scope explicitly.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F3EFE8"/>
          </a:solidFill>
          <a:ln w="12700">
            <a:solidFill>
              <a:srgbClr val="7A73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96596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 the pattern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read-only, before changing anything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971800" y="2377440"/>
            <a:ext cx="384048" cy="0"/>
          </a:xfrm>
          <a:prstGeom prst="line">
            <a:avLst/>
          </a:prstGeom>
          <a:noFill/>
          <a:ln w="22225">
            <a:solidFill>
              <a:srgbClr val="7A73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55848" y="187452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4F6F64"/>
          </a:solidFill>
          <a:ln w="12700">
            <a:solidFill>
              <a:srgbClr val="7A73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96596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State the scope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bounded, checkable task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779008" y="2377440"/>
            <a:ext cx="384048" cy="0"/>
          </a:xfrm>
          <a:prstGeom prst="line">
            <a:avLst/>
          </a:prstGeom>
          <a:noFill/>
          <a:ln w="22225">
            <a:solidFill>
              <a:srgbClr val="7A736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63056" y="187452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C15F3C"/>
          </a:solidFill>
          <a:ln w="12700">
            <a:solidFill>
              <a:srgbClr val="7A73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36208" y="196596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Fix and verify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the tests afterwards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586216" y="2377440"/>
            <a:ext cx="384048" cy="0"/>
          </a:xfrm>
          <a:prstGeom prst="line">
            <a:avLst/>
          </a:prstGeom>
          <a:noFill/>
          <a:ln w="22225">
            <a:solidFill>
              <a:srgbClr val="7A736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70264" y="1874520"/>
            <a:ext cx="2423160" cy="1005840"/>
          </a:xfrm>
          <a:prstGeom prst="roundRect">
            <a:avLst>
              <a:gd name="adj" fmla="val 7273"/>
            </a:avLst>
          </a:prstGeom>
          <a:solidFill>
            <a:srgbClr val="8A6D3F"/>
          </a:solidFill>
          <a:ln w="12700">
            <a:solidFill>
              <a:srgbClr val="7A736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43416" y="1965960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Review the diff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thing, file by file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0789920" cy="1499616"/>
          </a:xfrm>
          <a:prstGeom prst="roundRect">
            <a:avLst>
              <a:gd name="adj" fmla="val 4878"/>
            </a:avLst>
          </a:prstGeom>
          <a:solidFill>
            <a:srgbClr val="26232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108960"/>
            <a:ext cx="10241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optional demo (lab 3.6): find the pattern once, read-only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74136"/>
            <a:ext cx="10241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List every call to strcpy, strcat, sprintf or gets under coreutils/. Constraints: read-only. Output: table of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639312"/>
            <a:ext cx="10241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file, line, function.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904488"/>
            <a:ext cx="10241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bounded scope, not "improve this codebase"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169664"/>
            <a:ext cx="10241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Replace those calls in the first file of the table with bounded forms. Verify: native build, no new warnings.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◫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974336"/>
            <a:ext cx="10104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multi-file diff is a review gate; review it like a large commit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pattern-based fix is also where a wrong generalization does the most damage at once.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71500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660136"/>
            <a:ext cx="10104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/batch &lt;instruction&gt; fans a change out to background subagents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splits the work into 5-30 units, each in its own git worktree; vague requests still trigger broad, expensive scanning.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Pitfalls: Where Large-Codebase Work Goes Wrong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 modes the lab is designed to expose, each with its fix. They share a root: a vague or rushed first step.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2514600"/>
          </a:xfrm>
          <a:prstGeom prst="roundRect">
            <a:avLst>
              <a:gd name="adj" fmla="val 3636"/>
            </a:avLst>
          </a:prstGeom>
          <a:solidFill>
            <a:srgbClr val="F3EFE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84248"/>
            <a:ext cx="292608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question first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8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locally correct but miss the whole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overview first, then narrow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it once as a contrast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51960" y="1783080"/>
            <a:ext cx="3383280" cy="2514600"/>
          </a:xfrm>
          <a:prstGeom prst="roundRect">
            <a:avLst>
              <a:gd name="adj" fmla="val 3636"/>
            </a:avLst>
          </a:prstGeom>
          <a:solidFill>
            <a:srgbClr val="F3EFE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480560" y="1984248"/>
            <a:ext cx="292608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subagent question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8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 is only as good as the question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“investigate libbb”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Better: “find every caller of bb_copyfd_eof and the return value each assumes”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0" y="1783080"/>
            <a:ext cx="3383280" cy="2514600"/>
          </a:xfrm>
          <a:prstGeom prst="roundRect">
            <a:avLst>
              <a:gd name="adj" fmla="val 3636"/>
            </a:avLst>
          </a:prstGeom>
          <a:solidFill>
            <a:srgbClr val="F3EFE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83880" y="1984248"/>
            <a:ext cx="292608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a multi-file diff unread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8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generalization lands everywhere at once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review the whole diff, file by file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care than the single-file change in Module 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7A73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517136"/>
            <a:ext cx="10104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thread: specific requests over vague ones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"Improve this codebase" invites broad, expensive scanning with no stopping point; a bounded, checkable task does not. Module 5 puts a cost figure on this.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3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3: Done When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is a check you can show.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61288" y="1636776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caller table for bb_copyfd_eof exists; at least one caller is flagged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test or a return-value assumption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459736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qtdemux registration and sbgp parsing are located by file and function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GStreamer source, found through a subagent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4F6F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" y="3282696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libbb/CLAUDE.md loads when started in libbb/, and not when excluded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with /context before and after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3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de Code Training">
  <a:themeElements>
    <a:clrScheme name="Claude Code Training">
      <a:dk1>
        <a:srgbClr val="262320"/>
      </a:dk1>
      <a:lt1>
        <a:srgbClr val="FFFFFF"/>
      </a:lt1>
      <a:dk2>
        <a:srgbClr val="241F1B"/>
      </a:dk2>
      <a:lt2>
        <a:srgbClr val="F3EFE8"/>
      </a:lt2>
      <a:accent1>
        <a:srgbClr val="C15F3C"/>
      </a:accent1>
      <a:accent2>
        <a:srgbClr val="4F6F64"/>
      </a:accent2>
      <a:accent3>
        <a:srgbClr val="8A6D3F"/>
      </a:accent3>
      <a:accent4>
        <a:srgbClr val="7A736A"/>
      </a:accent4>
      <a:accent5>
        <a:srgbClr val="3D5A80"/>
      </a:accent5>
      <a:accent6>
        <a:srgbClr val="8E3B2E"/>
      </a:accent6>
      <a:hlink>
        <a:srgbClr val="C15F3C"/>
      </a:hlink>
      <a:folHlink>
        <a:srgbClr val="8A6D3F"/>
      </a:folHlink>
    </a:clrScheme>
    <a:fontScheme name="Claude Code Training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Claude Code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for System Software and Embedded Engineering - Day 1 - Module 3: Legacy &amp; Large Codebases</dc:title>
  <dc:subject>PptxGenJS Presentation</dc:subject>
  <dc:creator>Claude Code Training</dc:creator>
  <cp:lastModifiedBy>Claude Code Training</cp:lastModifiedBy>
  <cp:revision>1</cp:revision>
  <dcterms:created xsi:type="dcterms:W3CDTF">2026-10-07T00:11:08Z</dcterms:created>
  <dcterms:modified xsi:type="dcterms:W3CDTF">2026-10-07T00:11:08Z</dcterms:modified>
</cp:coreProperties>
</file>